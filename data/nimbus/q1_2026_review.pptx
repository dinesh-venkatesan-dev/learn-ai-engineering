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out loud, not on the slide: Green Valley Estates warned that green bean prices will rise 9% from 1 July 2026 after a poor harvest. The Dubai café may slip from June to August because the fit-out contractor is 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400"/>
              <a:t>Q1 2026 Business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/>
              <a:t>Nimbus Coffee Co. — leadership meeting, 8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Q1 revenue: 58 crore rupees, up 27% on Q1 2025</a:t>
            </a:r>
          </a:p>
          <a:p>
            <a:r>
              <a:rPr sz="2400"/>
              <a:t>Subscriptions passed 41,000 active subscribers</a:t>
            </a:r>
          </a:p>
          <a:p>
            <a:r>
              <a:rPr sz="2400"/>
              <a:t>Indiranagar had the best single month: 14.2 lakh rupees in March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Top cafés in Q1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8288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t>Café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 total (lakh)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Indiranagar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38.5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Bandra 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34.0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Koramangala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32.5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Green bean costs</a:t>
            </a:r>
          </a:p>
          <a:p>
            <a:r>
              <a:rPr sz="2400"/>
              <a:t>Dubai opening timeline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